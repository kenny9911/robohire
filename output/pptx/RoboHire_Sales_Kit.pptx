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658368"/>
            <a:ext cx="169164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AI Recruiting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5577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Aptos"/>
              </a:defRPr>
            </a:pPr>
            <a:r>
              <a:t>AI Screens.</a:t>
            </a:r>
            <a:br/>
            <a:r>
              <a:t>AI Interviews.</a:t>
            </a:r>
            <a:br/>
            <a:r>
              <a:t>You Hire the Best.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063240"/>
            <a:ext cx="52578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Partner-ready product introduction kit for startup founders, HR teams, and hiring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4133087"/>
            <a:ext cx="15087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70248"/>
            <a:ext cx="12161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617720"/>
            <a:ext cx="12161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first-funnel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4133087"/>
            <a:ext cx="15087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4270248"/>
            <a:ext cx="12161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4617720"/>
            <a:ext cx="12161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AI interviews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4133087"/>
            <a:ext cx="15087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4270248"/>
            <a:ext cx="12161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4617720"/>
            <a:ext cx="12161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5650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Start free or book a demo at app.robohire.io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960120"/>
            <a:ext cx="4526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96012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12471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1. Clarify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4813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AI turns vague needs into a structured hiring brief.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32520" y="1984248"/>
            <a:ext cx="73152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0840" y="2395728"/>
            <a:ext cx="4526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2395728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5603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2. Screen resumes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1693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Rank candidates by fit, gaps, strengths, and reasoning.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32520" y="3419856"/>
            <a:ext cx="73152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3831336"/>
            <a:ext cx="4526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3831336"/>
            <a:ext cx="731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9959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3. Interview and 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35254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Run AI interviews and produce structured scorecards.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Startup Hiring Is Too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first mile is messy, repetitive, and expensive for lean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463039"/>
            <a:ext cx="181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42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81051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typical hiring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325880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1463039"/>
            <a:ext cx="181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200+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81051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resumes per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4104" y="1463039"/>
            <a:ext cx="181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  <a:latin typeface="Aptos"/>
              </a:defRPr>
            </a:pPr>
            <a:r>
              <a:t>0-1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81051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dedicated recruiters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325880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0104" y="1463039"/>
            <a:ext cx="181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ptos"/>
              </a:defRPr>
            </a:pPr>
            <a:r>
              <a:t>2+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181051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calendar drag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74320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07792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Fuzzy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64408"/>
            <a:ext cx="2011679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Founders and HR spend days translating rough needs into real role criteria.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274320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2743200"/>
            <a:ext cx="73152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2907792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Resume overload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264408"/>
            <a:ext cx="2011679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High applicant volume hides the few people who are actually worth advancing.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74320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743200"/>
            <a:ext cx="73152" cy="187451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907792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Scheduling drag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64408"/>
            <a:ext cx="2011679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Candidates, interviewers, calendars, and time zones slow the process down.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2600" y="274320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743200"/>
            <a:ext cx="73152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907792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Inconsistent interviews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264408"/>
            <a:ext cx="2011679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Different interviewers ask different questions, so comparisons are hard to defend.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RoboHire positions itself where startups feel the most pain: before the human interview loop, when teams need fast signal and a clean shortlist.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RoboHire Runs The First 80% Of Hiring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AI agents handle the repetitive work before final human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From vague role need to decision-ready shortlist.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Clarifies the role like a strong recruiter.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Generates the JD and structured criteria.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Screens resumes with contextual reasoning.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Invites candidates automatically.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Runs AI-led first-round interviews 24/7.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Creates structured scorecards for finalist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325880"/>
            <a:ext cx="443484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325880"/>
            <a:ext cx="73152" cy="10424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49047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47088"/>
            <a:ext cx="4114800" cy="384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Move from application pile to shortlist in days, not weeks.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743200"/>
            <a:ext cx="443484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743200"/>
            <a:ext cx="73152" cy="104241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90779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64408"/>
            <a:ext cx="4114800" cy="384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Use one structured rubric across first-round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160520"/>
            <a:ext cx="443484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4160520"/>
            <a:ext cx="73152" cy="104241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32511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81728"/>
            <a:ext cx="4114800" cy="384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Give a small team recruiting capacity without adding headcount.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80644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64748B"/>
                </a:solidFill>
                <a:latin typeface="Aptos"/>
              </a:defRPr>
            </a:pPr>
            <a:r>
              <a:t>Human team still owns final interviews and hiring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Workflow: Role Brief To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Six steps, one AI-driven hiring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5727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190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4028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Clarify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44368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AI role intake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40280" y="2770632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42032" y="1481328"/>
            <a:ext cx="15727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7190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24028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Create JD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944368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Publishable draft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42232" y="2770632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1481328"/>
            <a:ext cx="15727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17190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4F46E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4028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944368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Ranked candidates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44184" y="2770632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1481328"/>
            <a:ext cx="15727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7190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24028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44368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Private links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946136" y="2770632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7888" y="1481328"/>
            <a:ext cx="15727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7190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24028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944368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24/7 AI video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48088" y="2770632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9840" y="1481328"/>
            <a:ext cx="15727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4432" y="17190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4F46E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4432" y="224028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Scorecard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6144" y="2944368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Decision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Best first pilot: choose one active role, upload a real resume batch, invite the top-fit candidates, and compare RoboHire scorecards against the team's manual shortlist.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What The AI Agents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Feature menu for founders, HR teams, and integrations.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315468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73152" cy="1426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</a:defRPr>
            </a:pPr>
            <a:r>
              <a:t>AI Recruiting 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47088"/>
            <a:ext cx="28346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Turns messy hiring requests into structured role briefs.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15468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73152" cy="14264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9047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</a:defRPr>
            </a:pPr>
            <a:r>
              <a:t>AI Resume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47088"/>
            <a:ext cx="28346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Matches resumes to the JD with reasoning, gaps, and 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325880"/>
            <a:ext cx="315468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325880"/>
            <a:ext cx="73152" cy="14264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49047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</a:defRPr>
            </a:pPr>
            <a:r>
              <a:t>Automated Outreach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1847088"/>
            <a:ext cx="28346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Sends interview links and QR codes to qualified candidates.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91839"/>
            <a:ext cx="315468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91839"/>
            <a:ext cx="73152" cy="1426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56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</a:defRPr>
            </a:pPr>
            <a:r>
              <a:t>AI Video Interviewer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28346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Runs first-round interviews with live follow-up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291839"/>
            <a:ext cx="315468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291839"/>
            <a:ext cx="73152" cy="14264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</a:defRPr>
            </a:pPr>
            <a:r>
              <a:t>Evaluation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813048"/>
            <a:ext cx="28346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Summarizes fit, strengths, concerns, recommendation, and risks.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291839"/>
            <a:ext cx="315468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3291839"/>
            <a:ext cx="73152" cy="14264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7" y="3456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</a:defRPr>
            </a:pPr>
            <a:r>
              <a:t>API + ATS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7" y="3813048"/>
            <a:ext cx="28346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Supports APIs, webhooks, and ATS integrations for teams that need scale.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32120"/>
            <a:ext cx="201168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Aptos"/>
              </a:defRPr>
            </a:pPr>
            <a:r>
              <a:t>7 interview languages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44368" y="5532120"/>
            <a:ext cx="265176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Aptos"/>
              </a:defRPr>
            </a:pPr>
            <a:r>
              <a:t>Cheating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79008" y="5532120"/>
            <a:ext cx="306324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Greenhouse, Lever, Ashby, BambooHR, Workable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Why Founders And HR Teams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Translate features into buyer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71600"/>
            <a:ext cx="4800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371600"/>
            <a:ext cx="73152" cy="13898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53619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Founder /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892807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Stop being the part-time recruiter. Get a sharper role brief and a finalist shortlist faster.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371600"/>
            <a:ext cx="4800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4224" y="1371600"/>
            <a:ext cx="73152" cy="13898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53619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HR / People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892807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Reduce repetitive screening and run consistent first-round evaluations across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246120"/>
            <a:ext cx="4800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3246120"/>
            <a:ext cx="73152" cy="13898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41071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Hiring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76732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Spend interview time only on candidates with clear evidence and scorecards.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3246120"/>
            <a:ext cx="4800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3246120"/>
            <a:ext cx="73152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341071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Partner / RPO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76732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Give startup members and recruiting clients a scalable AI screening and interview layer.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Sales angle: RoboHire is recruiting leverage, not another dashboard. It creates usable signal before the human interview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Typical Startup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150 applicants to 3-4 finalists in a focused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2240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6304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Mon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19202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AI clarifies role and drafts JD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1528" y="2267712"/>
            <a:ext cx="45720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79" y="1463040"/>
            <a:ext cx="2240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463040"/>
            <a:ext cx="73152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6276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Mon Lunch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1984248"/>
            <a:ext cx="19202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150 resumes ranked into top 15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70448" y="2267712"/>
            <a:ext cx="45720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2240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73152" cy="187451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276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Mon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84248"/>
            <a:ext cx="19202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AI sends candidate interview links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59368" y="2267712"/>
            <a:ext cx="45720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1463040"/>
            <a:ext cx="2240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1463040"/>
            <a:ext cx="73152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599" y="16276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1984248"/>
            <a:ext cx="19202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12 AI interviews become 3-4 finalist reviews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25196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438912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" y="47365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applicants uploaded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425196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438912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47365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ranked top fits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25196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438912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7365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AI interviews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425196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3064" y="438912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ptos"/>
              </a:defRPr>
            </a:pPr>
            <a:r>
              <a:t>3-4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47365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ptos"/>
              </a:defRPr>
            </a:pPr>
            <a:r>
              <a:t>finalists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2356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The point is not to remove the hiring team. It is to make every human interview higher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Why RoboHire Feels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Clear alternatives messaging for 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4572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Not an 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47088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ATS stores candidate data. RoboHire actively moves screening and first-round interviews forward.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4572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12984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9047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Context, not keywords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47088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Reads resumes and interview answers semantically instead of only matching surface terms.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4572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73152" cy="12984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7355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Consistent rubric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0168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Creates cleaner comparisons and more defensible first-round evaluation.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08960"/>
            <a:ext cx="4572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108960"/>
            <a:ext cx="73152" cy="1298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7355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Startup-friendly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30168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Professional recruiting process without a full HR department or large agency budget.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Integrates into real workflows: APIs, webhooks, ATS integrations, reports, and candidate interview links.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733288"/>
            <a:ext cx="132588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5733288"/>
            <a:ext cx="155448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Aptos"/>
              </a:defRPr>
            </a:pPr>
            <a:r>
              <a:t>Webhooks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5733288"/>
            <a:ext cx="132588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Aptos"/>
              </a:defRPr>
            </a:pPr>
            <a:r>
              <a:t>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5733288"/>
            <a:ext cx="160020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Aptos"/>
              </a:defRPr>
            </a:pPr>
            <a:r>
              <a:t>Scorecards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5733288"/>
            <a:ext cx="201168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Interview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Pricing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Confirm commercial terms before signed quotes.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09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Aptos"/>
              </a:defRPr>
            </a:pPr>
            <a:r>
              <a:t>$29/mo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26080"/>
            <a:ext cx="1965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1 seat, 3 roles, 15 interviews, scoring and summaries.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41732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709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2128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ptos"/>
              </a:defRPr>
            </a:pPr>
            <a:r>
              <a:t>$199/mo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926080"/>
            <a:ext cx="1965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Unlimited seats, 120 interviews, 240 resume matches, API interview creation.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41732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1709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2128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Aptos"/>
              </a:defRPr>
            </a:pPr>
            <a:r>
              <a:t>$399/mo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3" y="2926080"/>
            <a:ext cx="1965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280 interviews, 500 resume matches, analytics, white-label reports, cheating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41732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709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2128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ptos"/>
              </a:defRPr>
            </a:pPr>
            <a:r>
              <a:t>Contact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926080"/>
            <a:ext cx="1965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Unlimited options, custom workflows, ATS integrations, dedicated support.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731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Pay per use: $0.40 per resume/JD match and $2.00 per AI interview.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5440680"/>
            <a:ext cx="173736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Aptos"/>
              </a:defRPr>
            </a:pPr>
            <a:r>
              <a:t>14-day free trial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440680"/>
            <a:ext cx="205740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No credit card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02920"/>
            <a:ext cx="3108960" cy="31089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Partner 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Make the first customer action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ptos"/>
              </a:defRPr>
            </a:pPr>
            <a:r>
              <a:t>RoboHire Partner Sales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37160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</a:defRPr>
            </a:pPr>
            <a:r>
              <a:t>Best next step: pick one active role and run the first screening batch through RoboHire.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Share the one-line pitch and demo link.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Ask how many resumes and open roles they have now.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Offer a 20-minute demo focused on one real role.</a:t>
            </a:r>
          </a:p>
          <a:p>
            <a:pPr marL="230000" indent="-130000"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Start with product UI, API workflow, or ATS integration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325880"/>
            <a:ext cx="4343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32588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49047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847088"/>
            <a:ext cx="4023360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Start free and test one live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697480"/>
            <a:ext cx="4343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26974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86207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18688"/>
            <a:ext cx="4023360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Book a 20-minute walkthrough from role brief to shortlist.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069080"/>
            <a:ext cx="4343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4069080"/>
            <a:ext cx="73152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23367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Partner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590288"/>
            <a:ext cx="4023360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Forward the email, newsletter blurb, or WhatsApp copy from the Markdown kit.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83387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app.robohire.io  |  robohire.io/demo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