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robohire.io" TargetMode="External"/><Relationship Id="rId1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RoboHire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Recruiting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Teams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520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role brief to final shortlist, hiring moves on autopilot.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206240"/>
            <a:ext cx="2011680" cy="320040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SALES KIT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74320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Time-to-Hire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84632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4944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949440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are competing for talent with 10x the disadvantage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Days Average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Time-to-hire while competitors close in 2 weeks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749040" cy="128016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$15-25K Per Hire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577840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fees that drain startup runway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3749040" cy="128016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29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Recruiter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screening resumes at midnight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108960"/>
            <a:ext cx="3749040" cy="128016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290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Interviews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577840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pulled off product work to interview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663440"/>
            <a:ext cx="786384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RoboHire?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188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recruiting platform that runs the first 80% of hiring autonomously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459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role definition to candidate shortlist — your team only focuses on the final decision.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60320"/>
          <a:ext cx="78638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468880"/>
                <a:gridCol w="24688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200 Resumes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Scheduling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 by interviewer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AI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24/7, 7 languages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Hire (Agency)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$15,000–25,000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$29/month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to your next great hire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the Role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asks the right questions and produces a structured hiring brief in ~10 minutes.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50876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Job Description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Auto-drafts polished JD with responsibilities, requirements, and benefits.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69748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16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Resumes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ranks all candidates with scores, grades, and clear reasoning.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886200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43600" y="1371600"/>
            <a:ext cx="36576" cy="32918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5"/>
          <p:cNvSpPr/>
          <p:nvPr/>
        </p:nvSpPr>
        <p:spPr>
          <a:xfrm>
            <a:off x="61264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to your next great hire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Candidates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interview invitations with private links. Candidates self-serve scheduling.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50876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Interviews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structured conversations with intelligent follow-ups. 7 languages supported.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697480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3716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Decide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scorecards with skill fit, experience depth, risk signals, and recommendations.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886200"/>
            <a:ext cx="411480" cy="411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943600" y="1371600"/>
            <a:ext cx="36576" cy="32918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0" name="Text 15"/>
          <p:cNvSpPr/>
          <p:nvPr/>
        </p:nvSpPr>
        <p:spPr>
          <a:xfrm>
            <a:off x="61264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Startups Choose RoboHire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74904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Recruiting Team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1874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dashboard. RoboHire executes work — role definition, screening, interviews, evaluations move forward autonomously.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74904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18872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Intelligence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074920" y="1874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context, not keywords. Connects 3 years of ML projects with TensorFlow expertise. Intelligent follow-ups during interviews.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017520"/>
            <a:ext cx="374904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301752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&amp; Defensible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questions. Same rubric. Same scoring. No interviewer bias, no mood-dependent variation. Clear audit trail.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3749040" cy="1554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5"/>
          <p:cNvSpPr/>
          <p:nvPr/>
        </p:nvSpPr>
        <p:spPr>
          <a:xfrm>
            <a:off x="4754880" y="3017520"/>
            <a:ext cx="54864" cy="15544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46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Quality, Startup Price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07492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recruiter salary. No agency fees. Professional hiring operations starting at $29/month. Scale without adding HR headcount.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Campus Recruiting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applicants → 4 finalists in 3 days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52704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1728216"/>
            <a:ext cx="36576" cy="5760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role to AI. Upload 150 resumes. Receive ranked top 15 with reasoning.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304288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" y="2505456"/>
            <a:ext cx="36576" cy="5760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PM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15 candidates invited to AI interview. Self-serve scheduling — zero coordination.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081528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79576" y="3282696"/>
            <a:ext cx="36576" cy="5760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candidates complete interviews on their own schedule (evenings, weekends).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385876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PM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finalists with structured scorecards. Ready for founder final interviews.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233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“During campus hiring, volume is brutal. With RoboHire, every candidate gets the same core questions, scoring is consistent, and our team gets a much clearer read on intent and soft skills.”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Head of HR, Consumer Internet Company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Global Teams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463040"/>
            <a:ext cx="822960" cy="82296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Languages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Chinese, English, Japanese,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Spanish, French, Portuguese,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09728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1463040"/>
            <a:ext cx="822960" cy="822960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5760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interview on their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across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zone.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109728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09728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040" y="1463040"/>
            <a:ext cx="822960" cy="822960"/>
          </a:xfrm>
          <a:prstGeom prst="ellipse">
            <a:avLst/>
          </a:prstGeom>
          <a:solidFill>
            <a:srgbClr val="059669">
              <a:alpha val="1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Standards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9224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rubric whether hiring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Tokyo, Berlin, or San Francisco.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cross-region comparison.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5544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Alex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recruiting consultant with text chat &amp; live voice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720" y="1097280"/>
            <a:ext cx="2560320" cy="15544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716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90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74904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resume scoring across multiple dimensions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309360" y="1097280"/>
            <a:ext cx="2560320" cy="15544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58368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structured video conversations in 7 languages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2926080"/>
            <a:ext cx="2560320" cy="15544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Hub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91440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candidate database with smart tagging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474720" y="2926080"/>
            <a:ext cx="2560320" cy="15544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20040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74904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74904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metrics, conversion rates, score distributions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309360" y="2926080"/>
            <a:ext cx="2560320" cy="15544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20040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836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Integration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58368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support and API access for custom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Pricing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free trial • No credit card required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¥179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/month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seat, 3 jobs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interviews, 30 matches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¥1,232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/month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interviews, 240 matches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1965960" cy="338328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234440"/>
            <a:ext cx="1965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71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0060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¥2,474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/month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seats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interviews, 1000 matches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2103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pPr algn="ctr" indent="0" marL="0">
              <a:buNone/>
            </a:pP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8660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unlimited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ATS integrations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plans: 14-day free trial • AI screening • AI interviews • Evaluation reports • Multi-language • Talent pool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The Numbers Speak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20-person startup hiring 10 people/year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7863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RoboHire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RoboHire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 salary (part-time)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fees (3 hires)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$45,000/yr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time (200 hrs)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 (20 hrs)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RoboHire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$2,388/yr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$125,000+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$7,388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0" y="3840480"/>
            <a:ext cx="45720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886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$117,000+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 annual savings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2860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 at $199/month • Founder time at $250/hr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 at rest and in transit (AES-256, TLS 1.3)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GDPR-ready data handling and candidate consent workflows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3172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aligned security practices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8036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options for enterprise customers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2900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data retention policies with candidate purging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candidate data used for AI training — your data stays yours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Hiring Smarter Today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4688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handle the repetitive 80%.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team focused on what humans do best.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3383280"/>
            <a:ext cx="310896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1371600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14-Day Free Trial → robohire.io</a:t>
            </a:r>
            <a:endParaRPr lang="en-US" sz="1600" dirty="0"/>
          </a:p>
        </p:txBody>
      </p:sp>
      <p:pic>
        <p:nvPicPr>
          <p:cNvPr id="8" name="Image 1" descr="/Users/kenny/code/RoboHire/docs/robohire-q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26080"/>
            <a:ext cx="1645920" cy="1645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0" y="4572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visit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914400" y="4297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support@robohire.io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RoboHire — AI-Powered Recruiting for Modern Teams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RoboHire — AI-Powered Recruiting for Modern Teams</dc:title>
  <dc:subject>PptxGenJS Presentation</dc:subject>
  <dc:creator>RoboHire</dc:creator>
  <cp:lastModifiedBy>RoboHire</cp:lastModifiedBy>
  <cp:revision>1</cp:revision>
  <dcterms:created xsi:type="dcterms:W3CDTF">2026-04-07T22:41:57Z</dcterms:created>
  <dcterms:modified xsi:type="dcterms:W3CDTF">2026-04-07T22:41:57Z</dcterms:modified>
</cp:coreProperties>
</file>